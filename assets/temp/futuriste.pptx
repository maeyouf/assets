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033" autoAdjust="0"/>
  </p:normalViewPr>
  <p:slideViewPr>
    <p:cSldViewPr snapToGrid="0" snapToObjects="1">
      <p:cViewPr varScale="1">
        <p:scale>
          <a:sx n="92" d="100"/>
          <a:sy n="92" d="100"/>
        </p:scale>
        <p:origin x="84" y="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02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C31EE1B-5C29-4994-975A-EBF55D13456B}" type="datetime1">
              <a:rPr lang="fr-FR" smtClean="0"/>
              <a:t>12/03/2026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EC605DA-80A8-4B7B-B889-6C5700BB4C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B0F0BF0-56E9-4295-90C5-27F98CE9AF14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3544625-0ADF-4414-89A2-9E135F0C849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AD78B8C9-52F2-4FDA-BACE-2DAA2475E871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CB9F82-E67E-42E8-B92F-EA4C81A8FB05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665BEFD-7E63-4B7B-B0D0-FB86D172280C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2CB7E9-141F-42E2-9A66-2F663C47E376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3BBEB9-2F0E-4D28-96B6-755C1FAFF991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348738-1136-461C-9987-2AAB7C28135B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9D84D8-0C42-40E5-A5EB-0CAAE06D58F3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DF6B27-F045-412B-B315-90E50B9CAD82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4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07AA46-6F2C-4158-AF1F-E05D54FF2249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9F7517-5D13-448C-B088-F75CF897A12B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7C5224-0E9A-4132-B454-B17CBBBCA65B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Zone de texte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r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8C5A59-9E56-4326-967A-1232DFA1488B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professionn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A7F487-268B-4B11-9B7E-B158178233A5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Zone de texte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r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D7579B3-4B62-4E8A-9875-C87173C2FABC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E07C93-56BB-4ACC-892E-2490B50AF2FD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>
              <a:buNone/>
              <a:defRPr/>
            </a:lvl1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tabLst/>
              <a:defRPr/>
            </a:pPr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A6F3FA-0EDA-4B01-A6F8-9EE8290F7F88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>
            <a:lvl1pPr>
              <a:buNone/>
              <a:defRPr/>
            </a:lvl1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tabLst/>
              <a:defRPr/>
            </a:pPr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C71239A-7666-4438-AA29-EA7C29B1AEE9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829BA45B-2399-49E0-A6E1-836DF3F122F3}" type="datetime1">
              <a:rPr lang="fr-FR" noProof="0" smtClean="0"/>
              <a:t>12/03/2026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éleste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521259_TF22566005_Win32" id="{BF8FD16A-3FAC-433F-A48A-A2EB331D1E2D}" vid="{A5A5BF87-E7EB-41AE-967D-B0F66786748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8D3305-1D9D-4BC8-A40F-6F8AE50BD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08B90B-70ED-4539-9C14-FB2728D906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futuriste</Template>
  <TotalTime>0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Céleste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Maeyouf</dc:creator>
  <cp:lastModifiedBy>Mohamed Maeyouf</cp:lastModifiedBy>
  <cp:revision>1</cp:revision>
  <dcterms:created xsi:type="dcterms:W3CDTF">2026-03-12T14:12:31Z</dcterms:created>
  <dcterms:modified xsi:type="dcterms:W3CDTF">2026-03-12T14:12:53Z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