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{81007287-E7D0-41F0-911E-8D441AEA1811}TF37254b02-f5b5-44b0-803d-e6af9466a02455d9e85b-13e424122475</Template>
  <TotalTime>0</TotalTime>
  <Words>0</Words>
  <Application>Microsoft Office PowerPoint</Application>
  <PresentationFormat>Grand écran</PresentationFormat>
  <Paragraphs>0</Paragraphs>
  <Slides>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5" baseType="lpstr">
      <vt:lpstr>Arial</vt:lpstr>
      <vt:lpstr>MS Shell Dlg 2</vt:lpstr>
      <vt:lpstr>Wingdings</vt:lpstr>
      <vt:lpstr>Wingdings 3</vt:lpstr>
      <vt:lpstr>Madison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Maeyouf</dc:creator>
  <cp:lastModifiedBy>Mohamed Maeyouf</cp:lastModifiedBy>
  <cp:revision>1</cp:revision>
  <dcterms:created xsi:type="dcterms:W3CDTF">2026-03-27T20:44:24Z</dcterms:created>
  <dcterms:modified xsi:type="dcterms:W3CDTF">2026-03-27T20:44:41Z</dcterms:modified>
</cp:coreProperties>
</file>