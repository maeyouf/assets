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65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4/5/2026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B61BEF0D-F0BB-DE4B-95CE-6DB70DBA9567}" type="datetimeFigureOut">
              <a:rPr lang="en-US" dirty="0"/>
              <a:pPr/>
              <a:t>4/5/2026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panoramiqu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 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rai ou fau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4/5/2026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1" r:id="rId9"/>
    <p:sldLayoutId id="2147483657" r:id="rId10"/>
    <p:sldLayoutId id="2147483663" r:id="rId11"/>
    <p:sldLayoutId id="2147483664" r:id="rId12"/>
    <p:sldLayoutId id="2147483665" r:id="rId13"/>
    <p:sldLayoutId id="2147483666" r:id="rId14"/>
    <p:sldLayoutId id="2147483667" r:id="rId15"/>
    <p:sldLayoutId id="2147483658" r:id="rId16"/>
    <p:sldLayoutId id="2147483659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aillage">
  <a:themeElements>
    <a:clrScheme name="Mesh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{1B6ACBF8-72E6-442F-8742-52682DAEB6BE}TF5e103eea-be93-4576-ae9c-3ecc0de701e7c897cbde-c554ee7b2231</Template>
  <TotalTime>0</TotalTime>
  <Words>0</Words>
  <Application>Microsoft Office PowerPoint</Application>
  <PresentationFormat>Grand écran</PresentationFormat>
  <Paragraphs>0</Paragraphs>
  <Slides>0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3" baseType="lpstr">
      <vt:lpstr>Arial</vt:lpstr>
      <vt:lpstr>Century Gothic</vt:lpstr>
      <vt:lpstr>Maillage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Mohamed Maeyouf</dc:creator>
  <cp:lastModifiedBy>Mohamed Maeyouf</cp:lastModifiedBy>
  <cp:revision>1</cp:revision>
  <dcterms:created xsi:type="dcterms:W3CDTF">2026-04-05T18:03:00Z</dcterms:created>
  <dcterms:modified xsi:type="dcterms:W3CDTF">2026-04-05T18:03:40Z</dcterms:modified>
</cp:coreProperties>
</file>