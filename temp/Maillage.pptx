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3" baseType="lpstr">
      <vt:lpstr>Calisto MT</vt:lpstr>
      <vt:lpstr>Wingdings 2</vt:lpstr>
      <vt:lpstr>Ardoise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2026-04-05T17:58:40Z</dcterms:created>
  <dcterms:modified xsi:type="dcterms:W3CDTF">2026-04-05T17:59:19Z</dcterms:modified>
</cp:coreProperties>
</file>