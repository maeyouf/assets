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05/04/2026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e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e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e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e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e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e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e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e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e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e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e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e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e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e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e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e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e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e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e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e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e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e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e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e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e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e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e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e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e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e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e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e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e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e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e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e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e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e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e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e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e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e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e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e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e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e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e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e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e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e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02EAC81-5C99-4864-A0E8-CFA5C9ABA6C2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D7A6B-BCC2-4C21-BAE3-6AF1B840E56D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35DD21-33A0-42C5-A2E5-7493465514B7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33FA-CEBE-4502-9F9B-2F0989154353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CB3ED-4851-4DE7-9A6A-4D7485AC63E3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FEB93-A53E-490C-AF00-EDE3AFF9A36D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9093F2-5574-4FF9-B1D2-E15C695A74EF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F6C24-568D-4917-863C-3B89D44003D5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202532-655D-448B-BCCD-E52581A788ED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CE44FF-5CD6-4B82-B1F5-6AE86C9907EB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B6F96-1DBA-403E-937D-37819E106CA7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413907-E3EB-48AE-AB86-05A8E02730C7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0" name="Zone de texte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Zone de texte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A7BD87-4162-417A-9B5A-2932BA9F7490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04DDE-15BB-4C4D-B4EA-C083161A9948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F3B7E-0513-428C-82D7-BDF3AA9A4EA5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372795-7EAB-4160-A1B0-2F422ABD8E89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2BF765-708F-4989-AE14-BAB9493E4588}" type="datetime1">
              <a:rPr lang="fr-FR" noProof="0" smtClean="0"/>
              <a:t>05/04/2026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e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e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e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e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e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e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e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e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e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e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gne 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e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e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e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e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e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e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e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e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e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e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e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e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e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e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e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e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e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e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e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e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e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e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e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05/04/2026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4_TF77815013" id="{1E63A3F3-EF3D-4FBB-9BC6-FF1129928CC1}" vid="{D390F830-A480-4B13-B3B6-57818ECCAE2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Cycle problèmesolution 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Arial</vt:lpstr>
      <vt:lpstr>Calibri</vt:lpstr>
      <vt:lpstr>Tw Cen MT</vt:lpstr>
      <vt:lpstr>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Maeyouf</dc:creator>
  <cp:lastModifiedBy>Mohamed Maeyouf</cp:lastModifiedBy>
  <cp:revision>1</cp:revision>
  <dcterms:created xsi:type="dcterms:W3CDTF">2026-04-05T18:11:19Z</dcterms:created>
  <dcterms:modified xsi:type="dcterms:W3CDTF">2026-04-05T18:11:34Z</dcterms:modified>
</cp:coreProperties>
</file>