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3" baseType="lpstr">
      <vt:lpstr>Century Gothic</vt:lpstr>
      <vt:lpstr>Wingdings 3</vt:lpstr>
      <vt:lpstr>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Maeyouf</dc:creator>
  <cp:lastModifiedBy>Mohamed Maeyouf</cp:lastModifiedBy>
  <cp:revision>1</cp:revision>
  <dcterms:created xsi:type="dcterms:W3CDTF">2026-03-27T21:04:34Z</dcterms:created>
  <dcterms:modified xsi:type="dcterms:W3CDTF">2026-03-27T21:04:45Z</dcterms:modified>
</cp:coreProperties>
</file>