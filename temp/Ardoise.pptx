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ois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TM04033929[[fn=Ardoise]]</Template>
  <TotalTime>0</TotalTime>
  <Words>0</Words>
  <Application>Microsoft Office PowerPoint</Application>
  <PresentationFormat>Grand écran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3" baseType="lpstr">
      <vt:lpstr>Calisto MT</vt:lpstr>
      <vt:lpstr>Wingdings 2</vt:lpstr>
      <vt:lpstr>Ardoise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Maeyouf</dc:creator>
  <cp:lastModifiedBy>Mohamed Maeyouf</cp:lastModifiedBy>
  <cp:revision>1</cp:revision>
  <dcterms:created xsi:type="dcterms:W3CDTF">2026-04-05T17:58:40Z</dcterms:created>
  <dcterms:modified xsi:type="dcterms:W3CDTF">2026-04-05T17:59:19Z</dcterms:modified>
</cp:coreProperties>
</file>