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41" autoAdjust="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B1847A-0CC2-4008-8C1F-4CB2549424F0}" type="datetime1">
              <a:rPr lang="fr-FR" smtClean="0"/>
              <a:t>05/04/2026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668C69-0C3E-40A2-B4A0-B2C8B71D8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3ED5736-AEC1-4353-A59E-C1D97F8135E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000EEB-8338-48D7-8EE8-EE0082EF760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90F7E3-540E-4FEC-9A1A-0A5C0AC71C2A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C05233-3885-4475-A1DF-8582CE7EA1BF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0A78CC-9AB1-4AAF-AEB8-97C95F731E90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F70E0D-ED27-43BD-AA91-8631F74E7BC6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D1613B-364B-494F-9DDC-9B91F3B5F2D8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03013F-43AE-46F3-8415-418049C228BC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03BADD-8AED-4097-BBB7-372C6E062074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EB6E2A-70BD-494C-BC49-B37CE6C2286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BF8E41-B49A-4F02-995F-16C27B2AFE22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FE98E7-AD89-4320-9F05-A6178CDA951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90FBF1-6817-4E56-92EA-64A3EB16DF84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8621F-DC86-4633-B902-263AD859DBF2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9" name="Zone de texte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“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2FEF4F-3A30-4F39-ACC1-30310710033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40D30D-300D-4680-A410-4D8B376362B4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nne 3 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1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0589C9-F1AC-4F05-ABE6-A45DE679E4C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>
            <a:lvl1pPr>
              <a:buNone/>
              <a:defRPr/>
            </a:lvl1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fr-FR" noProof="0" dirty="0"/>
              <a:t>Modifiez les styles du texte </a:t>
            </a:r>
            <a:r>
              <a:rPr lang="fr-FR" noProof="0"/>
              <a:t>du masque</a:t>
            </a:r>
            <a:endParaRPr lang="fr-FR"/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9637B8-2436-4D4C-B9C9-CC5A43D9452C}" type="datetime1">
              <a:rPr lang="fr-FR" smtClean="0"/>
              <a:t>05/04/2026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>
            <a:lvl1pPr>
              <a:buNone/>
              <a:defRPr/>
            </a:lvl1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fr-FR" noProof="0" dirty="0"/>
              <a:t>Modifiez les styles du texte </a:t>
            </a:r>
            <a:r>
              <a:rPr lang="fr-FR" noProof="0"/>
              <a:t>du masque</a:t>
            </a:r>
            <a:endParaRPr lang="fr-FR"/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B015D3-C56C-485E-ADA3-DFD862F0F96E}" type="datetime1">
              <a:rPr lang="fr-FR" smtClean="0"/>
              <a:t>05/04/2026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e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 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DC1B2652-4A2E-4DDD-9B10-7D380411AE4B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247_TF78884036_Win32" id="{29225F35-83AB-4115-9799-26AF7E83A971}" vid="{09BDAAA7-7644-418F-9AA5-8E5C2FFE264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numérique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Calibri</vt:lpstr>
      <vt:lpstr>Century Gothic</vt:lpstr>
      <vt:lpstr>Wingdings 3</vt:lpstr>
      <vt:lpstr>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2026-04-05T18:05:23Z</dcterms:created>
  <dcterms:modified xsi:type="dcterms:W3CDTF">2026-04-05T18:05:39Z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