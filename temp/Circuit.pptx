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{D2F707B5-2E63-4192-8236-0AD7098030B9}TF6d5feb1e-e145-43f1-b745-cb4b54c5ee97d1ca3ce8-604da7307be5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3" baseType="lpstr">
      <vt:lpstr>Arial</vt:lpstr>
      <vt:lpstr>Tw Cen MT</vt:lpstr>
      <vt:lpstr>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Maeyouf</dc:creator>
  <cp:lastModifiedBy>Mohamed Maeyouf</cp:lastModifiedBy>
  <cp:revision>1</cp:revision>
  <dcterms:created xsi:type="dcterms:W3CDTF">2026-03-27T20:38:10Z</dcterms:created>
  <dcterms:modified xsi:type="dcterms:W3CDTF">2026-03-27T20:39:04Z</dcterms:modified>
</cp:coreProperties>
</file>