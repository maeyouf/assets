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623" autoAdjust="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071A12-023F-414E-9340-99FDE8D04B34}" type="datetime1">
              <a:rPr lang="fr-FR" smtClean="0"/>
              <a:t>05/04/2026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078EF9-7F2B-4B20-A25C-9E80C16977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F2D2B-1595-45FD-968A-E09EF5DC9884}" type="datetime1">
              <a:rPr lang="fr-FR" smtClean="0"/>
              <a:pPr/>
              <a:t>05/04/2026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AAF9CF-D1E5-49FD-94F7-B246BB67E246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85801" y="1869601"/>
            <a:ext cx="10840914" cy="3921600"/>
          </a:xfrm>
        </p:spPr>
        <p:txBody>
          <a:bodyPr rtlCol="0" anchor="t" anchorCtr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B9BA6-D5E7-466B-8EC8-0E0E3507B02F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7E33BCFB-E3CC-4ED1-99AD-8A175F0245A0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0" y="0"/>
            <a:ext cx="7543800" cy="6856214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52450" y="3134308"/>
            <a:ext cx="3814235" cy="20166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A51FB7-9853-4BAA-A8A0-099F0FB8915E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du titre et du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1D4872-ECC8-4C00-A4D3-B86847AD8AE8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04C3A7-B75C-45D9-8A6B-F6E134BDFF2D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droit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ADAA61-288B-4A3F-84EF-462BF181C23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Zone de texte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Zone de texte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rtlCol="0"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426408" y="3352800"/>
            <a:ext cx="9339184" cy="3810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Rectangle : Coins arrondis 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857375" y="4021138"/>
            <a:ext cx="8486775" cy="176053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36F564-CBB7-42A2-9734-3302ACA136D5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1869599"/>
            <a:ext cx="5202071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298270" y="1869599"/>
            <a:ext cx="5228444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2961FE-F4C9-44CC-B140-5D97987F403A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Rectangle : Coins arrondis 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878C91-DFFF-4CE2-81FE-C49F05CEF81E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rtlCol="0" anchor="ctr">
            <a:normAutofit/>
          </a:bodyPr>
          <a:lstStyle>
            <a:lvl1pPr algn="l">
              <a:defRPr sz="3000" b="0" cap="none"/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3733800"/>
            <a:ext cx="10840914" cy="20574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49E04D-8414-4AB4-9AD5-183E2F131206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9DD19E-689B-41DE-ACB4-2ACDBD48DFF5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A9F0B1-B1BA-4C8F-8DEB-24FCCDA180E7}" type="datetime1">
              <a:rPr lang="fr-FR" noProof="0" smtClean="0"/>
              <a:t>05/04/2026</a:t>
            </a:fld>
            <a:endParaRPr lang="fr-FR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03376CF5-4DA1-4E81-9012-008305C08428}" type="datetime1">
              <a:rPr lang="fr-FR" noProof="0" smtClean="0"/>
              <a:t>05/04/2026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99DD2A-B520-4620-9B43-64B657BA2D4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0957912_TF22736411_Win32" id="{6940D0DA-BE90-414F-BC61-9FAFE68B02A3}" vid="{A4DFEA67-1950-4ACB-9D31-874BF74AEA8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Événement célèbre dans la présentation historique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Corbel</vt:lpstr>
      <vt:lpstr>Céleste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2026-04-05T18:14:13Z</dcterms:created>
  <dcterms:modified xsi:type="dcterms:W3CDTF">2026-04-05T18:14:26Z</dcterms:modified>
</cp:coreProperties>
</file>